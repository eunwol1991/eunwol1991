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320040"/>
            <a:ext cx="2286000" cy="228600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502920"/>
            <a:ext cx="2286000" cy="2286000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685800"/>
            <a:ext cx="2286000" cy="2286000"/>
          </a:xfrm>
          <a:prstGeom prst="ellipse">
            <a:avLst/>
          </a:prstGeom>
          <a:solidFill>
            <a:srgbClr val="8A9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rPr/>
              <a:t>CopyFile Qt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9E795"/>
                </a:solidFill>
                <a:latin typeface="Calibri"/>
              </a:defRPr>
            </a:pPr>
            <a:r>
              <a:rPr/>
              <a:t>Architecture, logic, safeguards, and improvement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94560"/>
            <a:ext cx="73152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9E795"/>
                </a:solidFill>
                <a:latin typeface="Calibri"/>
              </a:defRPr>
            </a:pPr>
            <a:r>
              <a:rPr/>
              <a:t>Source Script</a:t>
            </a:r>
          </a:p>
          <a:p>
            <a:pPr>
              <a:defRPr sz="2000">
                <a:solidFill>
                  <a:srgbClr val="FFFFFF"/>
                </a:solidFill>
                <a:latin typeface="Calibri"/>
              </a:defRPr>
            </a:pPr>
            <a:r>
              <a:rPr/>
              <a:t>eunwol1991/projects/copypasterfile/copyfile_qt.py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rPr/>
              <a:t>PySide6 desktop tool for selecting, filtering, renaming, and copying DO/INV files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Why This Tool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The script translates a repetitive manual process into a guided, validated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4983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Operational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Manual invoice file prep is slow and error-prone when many files must be renamed.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Operators need a consistent MMYY - ### numbering sequence before print handoff.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Folder structures include history and dated WEF content that should not always be copied.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554480"/>
            <a:ext cx="82296" cy="49834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What The Script Delivers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GUI for source browsing, keyword filtering, and explicit file ordering.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Automatic WEF-based inclusion rules to avoid premature future documents.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Safe copy with collision handling and clear warning/critical dialogs.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Architecture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A compact architecture: helpers + one main UI controller + one nested picker dialog.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4983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Core Building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Utility layer: path normalization, platform detection, regex/date parsing.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MainWindow: stateful UI model holding matched/filtered/selected file indices.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QuickFolderPickerDialog: indexed folder search with keyword filtering.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554480"/>
            <a:ext cx="82296" cy="49834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Key Data Structures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file_info_list: display_name + file_path records for matched files.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filtered_indices: visible subset after keyword filtering.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selected_indices: operator-defined copy sequence and order control.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End-to-End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From folder selection to copied output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66928" cy="5303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rPr/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1463040"/>
            <a:ext cx="10835640" cy="530352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42A"/>
                </a:solidFill>
                <a:latin typeface="Calibri"/>
              </a:defRPr>
            </a:pPr>
            <a:r>
              <a:rPr/>
              <a:t>Choose Source: Browse Source opens Quick Folder Picker, then refreshes inventory.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04288"/>
            <a:ext cx="566928" cy="5303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rPr/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2304288"/>
            <a:ext cx="10835640" cy="530352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42A"/>
                </a:solidFill>
                <a:latin typeface="Calibri"/>
              </a:defRPr>
            </a:pPr>
            <a:r>
              <a:rPr/>
              <a:t>Scan &amp; Match: refresh_source walks tree, skips history, matches FILE_PATTERN names.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45536"/>
            <a:ext cx="566928" cy="5303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rPr/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3145536"/>
            <a:ext cx="10835640" cy="530352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42A"/>
                </a:solidFill>
                <a:latin typeface="Calibri"/>
              </a:defRPr>
            </a:pPr>
            <a:r>
              <a:rPr/>
              <a:t>Date Gate: WEF date extracted from path segments, classified as past/current/future.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86784"/>
            <a:ext cx="566928" cy="5303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rPr/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986784"/>
            <a:ext cx="10835640" cy="530352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42A"/>
                </a:solidFill>
                <a:latin typeface="Calibri"/>
              </a:defRPr>
            </a:pPr>
            <a:r>
              <a:rPr/>
              <a:t>Filter &amp; Select: Keyword filter narrows candidates; Add/Delete/Clear + Up/Down set order.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28032"/>
            <a:ext cx="566928" cy="5303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rPr/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828032"/>
            <a:ext cx="10835640" cy="530352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42A"/>
                </a:solidFill>
                <a:latin typeface="Calibri"/>
              </a:defRPr>
            </a:pPr>
            <a:r>
              <a:rPr/>
              <a:t>Validate Invoice: Auto mode expects MMYY; manual mode expects MMYY - NNN format.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69280"/>
            <a:ext cx="566928" cy="530352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  <a:latin typeface="Calibri"/>
              </a:defRPr>
            </a:pPr>
            <a:r>
              <a:rPr/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5669280"/>
            <a:ext cx="10835640" cy="530352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2242A"/>
                </a:solidFill>
                <a:latin typeface="Calibri"/>
              </a:defRPr>
            </a:pPr>
            <a:r>
              <a:rPr/>
              <a:t>Copy &amp; Rename: xx26 - 00x replaced with invoice number; duplicates receive _1, _2,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Regex &amp; Date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Date gating is a business rule embedded in folder semantics, not file metadata.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4983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Pattern Rules In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FILE_PATTERN captures files with xx26 - 00x and optional DO &amp; INV and customer name.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WEF_PATTERN extracts date tokens (d/m/yy or d-m-yyyy) from folder path segments.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extract_wef_date_from_path picks the latest valid WEF date found in the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554480"/>
            <a:ext cx="82296" cy="49834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Activation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get_activation_cutoff uses weekday-aware window (Fri extends to Tue).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classify_wef_status returns no-wef, past, current, or future.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future files are hidden from matched list to avoid early processing.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Invoice Numbering &amp; Copy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The copy phase emphasizes deterministic naming and collision avoidance.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4983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Numbering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Auto mode scans source tree for highest existing MMYY - NNN and increments by one.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Manual mode starts from exact operator input and increments per selected file.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Guardrail blocks numbering above 999 for a given prefix.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554480"/>
            <a:ext cx="82296" cy="49834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File 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Target directory is validated/created before copy begins.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If destination name already exists, suffix strategy appends _1, _2, ...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shutil.copy2 preserves metadata while copying renamed files.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UI 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The app is straightforward for operators, but observability can be stronger.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4983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What Improves Usability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Tokyonight-inspired QSS for consistent visual contrast.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UI scale slider (80%-180%) adjusts font and style for readability.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Immediate modal feedback for missing source, bad input, and success 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554480"/>
            <a:ext cx="82296" cy="49834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Current UX Trade-Offs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Future WEF files are hidden, but not listed as recoverable items.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No dry-run preview of old name -&gt; new name before copy.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No persistent log/audit file beyond message dialogs.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F3C7E"/>
                </a:solidFill>
                <a:latin typeface="Cambria"/>
              </a:defRPr>
            </a:pPr>
            <a:r>
              <a:rPr/>
              <a:t>Risk Review &amp;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866"/>
                </a:solidFill>
                <a:latin typeface="Calibri"/>
              </a:defRPr>
            </a:pPr>
            <a:r>
              <a:rPr/>
              <a:t>Most enhancements focus on transparency, traceability, and scale handling.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82296" cy="49834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Risks To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Large source trees can slow full recursive scan operations.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Regex assumptions tie process tightly to filename convention stability.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Mixed platform paths require careful default-root behavior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08192" y="1554480"/>
            <a:ext cx="5440680" cy="4983480"/>
          </a:xfrm>
          <a:prstGeom prst="roundRect">
            <a:avLst/>
          </a:prstGeom>
          <a:solidFill>
            <a:srgbClr val="FCF6F5"/>
          </a:solidFill>
          <a:ln>
            <a:solidFill>
              <a:srgbClr val="E8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08192" y="1554480"/>
            <a:ext cx="82296" cy="4983480"/>
          </a:xfrm>
          <a:prstGeom prst="rect">
            <a:avLst/>
          </a:prstGeom>
          <a:solidFill>
            <a:srgbClr val="2F3C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664207"/>
            <a:ext cx="5166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2F3C7E"/>
                </a:solidFill>
                <a:latin typeface="Cambria"/>
              </a:defRPr>
            </a:pPr>
            <a:r>
              <a:rPr/>
              <a:t>High-Value Improvements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084831"/>
            <a:ext cx="5129784" cy="4379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Add dry-run table with source, proposed filename, and destination.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Add exportable audit CSV for copied files and numbering sequence.</a:t>
            </a:r>
          </a:p>
          <a:p>
            <a:pPr>
              <a:defRPr sz="1500">
                <a:solidFill>
                  <a:srgbClr val="22242A"/>
                </a:solidFill>
                <a:latin typeface="Calibri"/>
              </a:defRPr>
            </a:pPr>
            <a:r>
              <a:rPr/>
              <a:t>Expose status counters by WEF class (past/current/future/no-wef).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rPr/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4300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9E795"/>
                </a:solidFill>
                <a:latin typeface="Calibri"/>
              </a:defRPr>
            </a:pPr>
            <a:r>
              <a:rPr/>
              <a:t>copyfile_qt.py is a practical operations GUI with clear safety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783080"/>
            <a:ext cx="10972800" cy="4297680"/>
          </a:xfrm>
          <a:prstGeom prst="roundRect">
            <a:avLst/>
          </a:prstGeom>
          <a:solidFill>
            <a:srgbClr val="3A488F"/>
          </a:solidFill>
          <a:ln>
            <a:solidFill>
              <a:srgbClr val="6D7A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rPr/>
              <a:t>1) Strong workflow control: source scan -&gt; filter -&gt; order -&gt; validated copy</a:t>
            </a:r>
          </a:p>
          <a:p>
            <a:pPr>
              <a:defRPr sz="1900" b="0">
                <a:solidFill>
                  <a:srgbClr val="FFFFFF"/>
                </a:solidFill>
                <a:latin typeface="Calibri"/>
              </a:defRPr>
            </a:pPr>
            <a:r>
              <a:rPr/>
              <a:t>2) Business logic encoded via regex + WEF date windows</a:t>
            </a:r>
          </a:p>
          <a:p>
            <a:pPr>
              <a:defRPr sz="1900" b="0">
                <a:solidFill>
                  <a:srgbClr val="F9E795"/>
                </a:solidFill>
                <a:latin typeface="Calibri"/>
              </a:defRPr>
            </a:pPr>
            <a:r>
              <a:rPr/>
              <a:t>3) Defensive behavior: input checks, duplicate name handling, error dialogs</a:t>
            </a:r>
          </a:p>
          <a:p>
            <a:pPr>
              <a:defRPr sz="1900" b="0">
                <a:solidFill>
                  <a:srgbClr val="FFFFFF"/>
                </a:solidFill>
                <a:latin typeface="Calibri"/>
              </a:defRPr>
            </a:pPr>
            <a:r>
              <a:rPr/>
              <a:t>4) Next maturity step: preview + auditability + performance optimization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